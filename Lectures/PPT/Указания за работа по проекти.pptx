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86" r:id="rId3"/>
    <p:sldId id="285" r:id="rId4"/>
    <p:sldId id="290" r:id="rId5"/>
    <p:sldId id="297" r:id="rId6"/>
    <p:sldId id="289" r:id="rId7"/>
    <p:sldId id="283" r:id="rId8"/>
    <p:sldId id="265" r:id="rId9"/>
    <p:sldId id="276" r:id="rId10"/>
    <p:sldId id="266" r:id="rId11"/>
    <p:sldId id="291" r:id="rId12"/>
    <p:sldId id="292" r:id="rId13"/>
    <p:sldId id="293" r:id="rId14"/>
    <p:sldId id="268" r:id="rId15"/>
    <p:sldId id="269" r:id="rId16"/>
    <p:sldId id="280" r:id="rId17"/>
    <p:sldId id="271" r:id="rId18"/>
    <p:sldId id="272" r:id="rId19"/>
    <p:sldId id="281" r:id="rId20"/>
    <p:sldId id="295" r:id="rId21"/>
    <p:sldId id="273" r:id="rId22"/>
    <p:sldId id="296" r:id="rId23"/>
    <p:sldId id="274" r:id="rId24"/>
    <p:sldId id="275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FA96B7-5A5D-4BDE-88CD-CD3FC762CE0C}">
  <a:tblStyle styleId="{76FA96B7-5A5D-4BDE-88CD-CD3FC762CE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8" d="100"/>
          <a:sy n="188" d="100"/>
        </p:scale>
        <p:origin x="96" y="40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ffa4084db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ffa4084db4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ffa4084db4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ffa4084db4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786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fa4084db4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fa4084db4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64365686c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64365686c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64365686c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64365686c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64365686c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64365686c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7434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64365686c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64365686c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ffa4084db4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ffa4084db4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64365686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64365686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64365686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64365686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9888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64365686c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64365686c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ffa4084db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ffa4084db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pt-tus/ppe.gi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92150" y="649324"/>
            <a:ext cx="7442200" cy="34845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Указания за работа по проекти</a:t>
            </a:r>
            <a:endParaRPr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EDD8C-A5B0-2C2E-EFA7-10041A454471}"/>
              </a:ext>
            </a:extLst>
          </p:cNvPr>
          <p:cNvSpPr txBox="1">
            <a:spLocks/>
          </p:cNvSpPr>
          <p:nvPr/>
        </p:nvSpPr>
        <p:spPr>
          <a:xfrm>
            <a:off x="0" y="64932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bg-BG" sz="3600" dirty="0"/>
              <a:t>Полупроводникови Елементи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9FE6-2934-3EDE-8CD7-5FA5C5C64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Как се работи с проектите?</a:t>
            </a:r>
          </a:p>
          <a:p>
            <a:r>
              <a:rPr lang="bg-BG" dirty="0"/>
              <a:t>Типове задачи</a:t>
            </a:r>
          </a:p>
          <a:p>
            <a:r>
              <a:rPr lang="bg-BG" dirty="0"/>
              <a:t>Какъв софтуер ви е необходим?</a:t>
            </a:r>
          </a:p>
        </p:txBody>
      </p:sp>
    </p:spTree>
    <p:extLst>
      <p:ext uri="{BB962C8B-B14F-4D97-AF65-F5344CB8AC3E}">
        <p14:creationId xmlns:p14="http://schemas.microsoft.com/office/powerpoint/2010/main" val="356719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F31C-8EDB-3E02-CFD4-FCBEAAE6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Къде се намират проектите?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FE291-2214-4DBE-F509-6569B0B4A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330375"/>
          </a:xfrm>
        </p:spPr>
        <p:txBody>
          <a:bodyPr/>
          <a:lstStyle/>
          <a:p>
            <a:r>
              <a:rPr lang="bg-BG" dirty="0"/>
              <a:t>Заданията ще бъдат раздадени посредством </a:t>
            </a:r>
            <a:r>
              <a:rPr lang="en-US" dirty="0"/>
              <a:t>Google Drive</a:t>
            </a:r>
          </a:p>
          <a:p>
            <a:r>
              <a:rPr lang="bg-BG" dirty="0"/>
              <a:t>Вие пишете директно във файловете, като използвате </a:t>
            </a:r>
            <a:r>
              <a:rPr lang="en-US" dirty="0"/>
              <a:t>Google Docs</a:t>
            </a:r>
          </a:p>
          <a:p>
            <a:endParaRPr lang="bg-BG" dirty="0"/>
          </a:p>
          <a:p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739DA5-5B12-A530-5639-2F2F85D23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2160399"/>
            <a:ext cx="1555969" cy="2080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D3ED4-521F-9F71-17D0-B75A58C3B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263" y="2617600"/>
            <a:ext cx="3428274" cy="144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3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34F6-8C2C-5198-4DD8-BE27DA80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Какво </a:t>
            </a:r>
            <a:r>
              <a:rPr lang="bg-BG" dirty="0">
                <a:solidFill>
                  <a:srgbClr val="FF0000"/>
                </a:solidFill>
              </a:rPr>
              <a:t>НЕ</a:t>
            </a:r>
            <a:r>
              <a:rPr lang="bg-BG" dirty="0"/>
              <a:t> трябва да правите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C06B0-AD57-6A46-8A43-7BF3293C2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Да отпечатате проектите и да ги предадете на хартия</a:t>
            </a:r>
          </a:p>
          <a:p>
            <a:r>
              <a:rPr lang="bg-BG" dirty="0"/>
              <a:t>Да даунлоадвате файла и да го изпратите по </a:t>
            </a:r>
            <a:r>
              <a:rPr lang="en-US" dirty="0"/>
              <a:t>email</a:t>
            </a:r>
            <a:endParaRPr lang="bg-BG" dirty="0"/>
          </a:p>
          <a:p>
            <a:r>
              <a:rPr lang="bg-BG" dirty="0"/>
              <a:t>Да правите копия на файловете в други акаунти или облаци и да шервате връзки към тях</a:t>
            </a:r>
          </a:p>
          <a:p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7567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6500-6942-B27B-BCB4-178627A0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Как да получа помощ?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8D0F6E-440F-ADB9-EEE4-EF1C01901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424117"/>
            <a:ext cx="7099927" cy="30610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54D971-9A5F-2966-18BA-6AE514E11390}"/>
              </a:ext>
            </a:extLst>
          </p:cNvPr>
          <p:cNvSpPr txBox="1"/>
          <p:nvPr/>
        </p:nvSpPr>
        <p:spPr>
          <a:xfrm>
            <a:off x="228600" y="1097290"/>
            <a:ext cx="8603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dirty="0"/>
              <a:t>В </a:t>
            </a:r>
            <a:r>
              <a:rPr lang="en-US" dirty="0"/>
              <a:t>Google Docs </a:t>
            </a:r>
            <a:r>
              <a:rPr lang="bg-BG" dirty="0"/>
              <a:t>файла,</a:t>
            </a:r>
            <a:r>
              <a:rPr lang="ru-RU" dirty="0"/>
              <a:t> добавете коментар</a:t>
            </a:r>
            <a:r>
              <a:rPr lang="bg-BG" dirty="0"/>
              <a:t>, в който </a:t>
            </a:r>
            <a:r>
              <a:rPr lang="ru-RU" dirty="0"/>
              <a:t>“тагвате” </a:t>
            </a:r>
            <a:r>
              <a:rPr lang="en-US" dirty="0"/>
              <a:t>email-a </a:t>
            </a:r>
            <a:r>
              <a:rPr lang="bg-BG" dirty="0"/>
              <a:t>на преподавателя по ППЕ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AA569-E104-59AA-373A-524F97C6ED40}"/>
              </a:ext>
            </a:extLst>
          </p:cNvPr>
          <p:cNvSpPr txBox="1"/>
          <p:nvPr/>
        </p:nvSpPr>
        <p:spPr>
          <a:xfrm>
            <a:off x="3719637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DD2B3-25BF-A687-7D97-E95853AD8492}"/>
              </a:ext>
            </a:extLst>
          </p:cNvPr>
          <p:cNvSpPr txBox="1"/>
          <p:nvPr/>
        </p:nvSpPr>
        <p:spPr>
          <a:xfrm>
            <a:off x="6047446" y="197815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22D053-6AA4-160F-97F1-53C25DB7EA9E}"/>
              </a:ext>
            </a:extLst>
          </p:cNvPr>
          <p:cNvSpPr txBox="1"/>
          <p:nvPr/>
        </p:nvSpPr>
        <p:spPr>
          <a:xfrm>
            <a:off x="6265987" y="307779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endParaRPr lang="bg-BG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34C505-4856-91FA-4261-59594B90D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981" y="2954662"/>
            <a:ext cx="2002572" cy="203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97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9FE6-2934-3EDE-8CD7-5FA5C5C64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Как се работи с проектите?</a:t>
            </a:r>
          </a:p>
          <a:p>
            <a:r>
              <a:rPr lang="bg-BG" dirty="0">
                <a:solidFill>
                  <a:srgbClr val="00B0F0"/>
                </a:solidFill>
              </a:rPr>
              <a:t>Типове задачи</a:t>
            </a:r>
          </a:p>
          <a:p>
            <a:r>
              <a:rPr lang="bg-BG" dirty="0"/>
              <a:t>Какъв софтуер ви е необходим?</a:t>
            </a:r>
          </a:p>
        </p:txBody>
      </p:sp>
    </p:spTree>
    <p:extLst>
      <p:ext uri="{BB962C8B-B14F-4D97-AF65-F5344CB8AC3E}">
        <p14:creationId xmlns:p14="http://schemas.microsoft.com/office/powerpoint/2010/main" val="345588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267E-F264-B39E-47FF-FB4D0E88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Типове задачи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ED2B2-23A2-D159-366B-3DF8B19BF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2990300" cy="3416400"/>
          </a:xfrm>
        </p:spPr>
        <p:txBody>
          <a:bodyPr/>
          <a:lstStyle/>
          <a:p>
            <a:pPr marL="114300" indent="0">
              <a:buNone/>
            </a:pPr>
            <a:r>
              <a:rPr lang="bg-BG" dirty="0"/>
              <a:t>Симулация на схеми с </a:t>
            </a:r>
            <a:r>
              <a:rPr lang="en-US" dirty="0" err="1"/>
              <a:t>LTSpice</a:t>
            </a:r>
            <a:endParaRPr lang="bg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4DF22-20A3-B62E-FC07-4A5D0492E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893" y="282654"/>
            <a:ext cx="5370857" cy="457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87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Симулация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25" y="2666625"/>
            <a:ext cx="4003174" cy="19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/>
          <p:nvPr/>
        </p:nvSpPr>
        <p:spPr>
          <a:xfrm>
            <a:off x="1988575" y="3384375"/>
            <a:ext cx="758400" cy="146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0" name="Google Shape;130;p22"/>
          <p:cNvCxnSpPr/>
          <p:nvPr/>
        </p:nvCxnSpPr>
        <p:spPr>
          <a:xfrm rot="10800000" flipH="1">
            <a:off x="2746975" y="1542525"/>
            <a:ext cx="905100" cy="1915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2"/>
          <p:cNvCxnSpPr/>
          <p:nvPr/>
        </p:nvCxnSpPr>
        <p:spPr>
          <a:xfrm>
            <a:off x="6430975" y="605500"/>
            <a:ext cx="541800" cy="516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2451" y="643750"/>
            <a:ext cx="2141550" cy="44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A34CAA-C7CC-F1AB-A2B5-41915D239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802" y="205820"/>
            <a:ext cx="2355222" cy="21589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650118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4602" y="27500"/>
            <a:ext cx="2469675" cy="49253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3"/>
          <p:cNvSpPr/>
          <p:nvPr/>
        </p:nvSpPr>
        <p:spPr>
          <a:xfrm>
            <a:off x="4958675" y="2045925"/>
            <a:ext cx="2469600" cy="1956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3"/>
          <p:cNvSpPr/>
          <p:nvPr/>
        </p:nvSpPr>
        <p:spPr>
          <a:xfrm>
            <a:off x="4875825" y="4206575"/>
            <a:ext cx="2469600" cy="815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3"/>
          <p:cNvSpPr txBox="1"/>
          <p:nvPr/>
        </p:nvSpPr>
        <p:spPr>
          <a:xfrm>
            <a:off x="2307250" y="4053600"/>
            <a:ext cx="2383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примери на задачи са дадени в слайдовете за лекциите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B1A155-5D57-A502-22C5-71FA29AD0D23}"/>
              </a:ext>
            </a:extLst>
          </p:cNvPr>
          <p:cNvSpPr txBox="1">
            <a:spLocks/>
          </p:cNvSpPr>
          <p:nvPr/>
        </p:nvSpPr>
        <p:spPr>
          <a:xfrm>
            <a:off x="57700" y="121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bg-BG" dirty="0"/>
              <a:t>Типове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FBFD50-C70B-5CDE-EC13-4D989745A3D6}"/>
              </a:ext>
            </a:extLst>
          </p:cNvPr>
          <p:cNvSpPr txBox="1"/>
          <p:nvPr/>
        </p:nvSpPr>
        <p:spPr>
          <a:xfrm>
            <a:off x="152400" y="694525"/>
            <a:ext cx="4603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Изчисления</a:t>
            </a:r>
          </a:p>
        </p:txBody>
      </p:sp>
    </p:spTree>
    <p:extLst>
      <p:ext uri="{BB962C8B-B14F-4D97-AF65-F5344CB8AC3E}">
        <p14:creationId xmlns:p14="http://schemas.microsoft.com/office/powerpoint/2010/main" val="955030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Клониране на </a:t>
            </a:r>
            <a:br>
              <a:rPr lang="en" dirty="0"/>
            </a:br>
            <a:r>
              <a:rPr lang="en" dirty="0"/>
              <a:t>Github репозитория</a:t>
            </a:r>
            <a:endParaRPr dirty="0"/>
          </a:p>
        </p:txBody>
      </p:sp>
      <p:sp>
        <p:nvSpPr>
          <p:cNvPr id="139" name="Google Shape;139;p23"/>
          <p:cNvSpPr/>
          <p:nvPr/>
        </p:nvSpPr>
        <p:spPr>
          <a:xfrm>
            <a:off x="5162600" y="2294500"/>
            <a:ext cx="705900" cy="47190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B19E97-3FAB-0989-46C2-8F835D355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938" y="0"/>
            <a:ext cx="5438062" cy="5143500"/>
          </a:xfrm>
          <a:prstGeom prst="rect">
            <a:avLst/>
          </a:prstGeom>
        </p:spPr>
      </p:pic>
      <p:sp>
        <p:nvSpPr>
          <p:cNvPr id="140" name="Google Shape;140;p23"/>
          <p:cNvSpPr/>
          <p:nvPr/>
        </p:nvSpPr>
        <p:spPr>
          <a:xfrm>
            <a:off x="5515549" y="2668626"/>
            <a:ext cx="2070817" cy="306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9FE6-2934-3EDE-8CD7-5FA5C5C64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Как се работи с проектите?</a:t>
            </a:r>
          </a:p>
          <a:p>
            <a:r>
              <a:rPr lang="bg-BG" dirty="0">
                <a:solidFill>
                  <a:schemeClr val="tx1"/>
                </a:solidFill>
              </a:rPr>
              <a:t>Типове задачи</a:t>
            </a:r>
          </a:p>
          <a:p>
            <a:r>
              <a:rPr lang="bg-BG" dirty="0">
                <a:solidFill>
                  <a:srgbClr val="00B0F0"/>
                </a:solidFill>
              </a:rPr>
              <a:t>Какъв софтуер ви е необходим?</a:t>
            </a: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Git client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LTSpice</a:t>
            </a: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327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7452-5932-C401-09BA-5D1246CC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Какъв софтуер ви е необходим?</a:t>
            </a:r>
            <a:br>
              <a:rPr lang="ru-RU" dirty="0"/>
            </a:br>
            <a:endParaRPr lang="bg-B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1092-3066-5864-1D63-271C580BF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</a:t>
            </a:r>
            <a:r>
              <a:rPr lang="bg-BG" dirty="0"/>
              <a:t>клиент за да клонирате репозиторията </a:t>
            </a:r>
            <a:r>
              <a:rPr lang="de-DE" dirty="0">
                <a:hlinkClick r:id="rId2"/>
              </a:rPr>
              <a:t>https://github.com/vpt-tus/ppe.git</a:t>
            </a:r>
            <a:endParaRPr lang="bg-BG" dirty="0"/>
          </a:p>
          <a:p>
            <a:r>
              <a:rPr lang="en-US" dirty="0" err="1"/>
              <a:t>LTSpice</a:t>
            </a:r>
            <a:r>
              <a:rPr lang="en-US" dirty="0"/>
              <a:t> </a:t>
            </a:r>
            <a:r>
              <a:rPr lang="bg-BG" dirty="0"/>
              <a:t>за да симулирате електронни схеми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57865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B8AAE4-7282-DD3A-52A0-D674C08ADA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43" y="1367750"/>
            <a:ext cx="6670766" cy="30887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0684CD-C2F0-D7B2-7C0B-AEB4D370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Github</a:t>
            </a:r>
            <a:r>
              <a:rPr lang="en-US" dirty="0"/>
              <a:t> Desktop</a:t>
            </a:r>
            <a:endParaRPr lang="bg-B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B901DF-B9E5-6F29-0B17-28467BFB7111}"/>
              </a:ext>
            </a:extLst>
          </p:cNvPr>
          <p:cNvSpPr/>
          <p:nvPr/>
        </p:nvSpPr>
        <p:spPr>
          <a:xfrm>
            <a:off x="6568259" y="1801586"/>
            <a:ext cx="958850" cy="463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6BB5F9-9D41-8619-0C96-61B2B2FF234B}"/>
              </a:ext>
            </a:extLst>
          </p:cNvPr>
          <p:cNvSpPr/>
          <p:nvPr/>
        </p:nvSpPr>
        <p:spPr>
          <a:xfrm>
            <a:off x="4632597" y="3817257"/>
            <a:ext cx="1509849" cy="229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0625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BDA87-612A-5C10-3C51-63DE2B3D4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390" y="735082"/>
            <a:ext cx="5838460" cy="39512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B44844-B3BB-6250-6BBC-2D1D4EE6CE3F}"/>
              </a:ext>
            </a:extLst>
          </p:cNvPr>
          <p:cNvSpPr/>
          <p:nvPr/>
        </p:nvSpPr>
        <p:spPr>
          <a:xfrm>
            <a:off x="1416050" y="4176643"/>
            <a:ext cx="1460500" cy="4635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E86D4-980B-A940-BA7A-A1EF3545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084" y="576920"/>
            <a:ext cx="6452720" cy="44900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2759CE-BB2E-D789-25BE-E0B2F2F8CA34}"/>
              </a:ext>
            </a:extLst>
          </p:cNvPr>
          <p:cNvSpPr txBox="1"/>
          <p:nvPr/>
        </p:nvSpPr>
        <p:spPr>
          <a:xfrm>
            <a:off x="78827" y="161422"/>
            <a:ext cx="42976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2400" dirty="0"/>
              <a:t>Клониране на </a:t>
            </a:r>
            <a:r>
              <a:rPr lang="bg-BG" sz="2400" dirty="0" err="1"/>
              <a:t>Github</a:t>
            </a:r>
            <a:r>
              <a:rPr lang="bg-BG" sz="2400" dirty="0"/>
              <a:t> </a:t>
            </a:r>
            <a:r>
              <a:rPr lang="bg-BG" sz="2400" dirty="0" err="1"/>
              <a:t>репозитория</a:t>
            </a:r>
            <a:endParaRPr lang="bg-BG" sz="2400" dirty="0"/>
          </a:p>
        </p:txBody>
      </p:sp>
      <p:cxnSp>
        <p:nvCxnSpPr>
          <p:cNvPr id="158" name="Google Shape;158;p26"/>
          <p:cNvCxnSpPr/>
          <p:nvPr/>
        </p:nvCxnSpPr>
        <p:spPr>
          <a:xfrm>
            <a:off x="1423069" y="2174031"/>
            <a:ext cx="14862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2759CE-BB2E-D789-25BE-E0B2F2F8CA34}"/>
              </a:ext>
            </a:extLst>
          </p:cNvPr>
          <p:cNvSpPr txBox="1"/>
          <p:nvPr/>
        </p:nvSpPr>
        <p:spPr>
          <a:xfrm>
            <a:off x="78827" y="161422"/>
            <a:ext cx="42976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2400" dirty="0"/>
              <a:t>Клониране на </a:t>
            </a:r>
            <a:r>
              <a:rPr lang="bg-BG" sz="2400" dirty="0" err="1"/>
              <a:t>Github</a:t>
            </a:r>
            <a:r>
              <a:rPr lang="bg-BG" sz="2400" dirty="0"/>
              <a:t> </a:t>
            </a:r>
            <a:r>
              <a:rPr lang="bg-BG" sz="2400" dirty="0" err="1"/>
              <a:t>репозитория</a:t>
            </a:r>
            <a:endParaRPr lang="bg-BG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0CC589-2CE8-D684-1ECE-F1D6A1033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7" y="1576546"/>
            <a:ext cx="4179782" cy="2673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40A0E2-C1A6-1C21-BE53-AF5ACADC2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452" y="2096803"/>
            <a:ext cx="3745400" cy="2315744"/>
          </a:xfrm>
          <a:prstGeom prst="rect">
            <a:avLst/>
          </a:prstGeom>
        </p:spPr>
      </p:pic>
      <p:cxnSp>
        <p:nvCxnSpPr>
          <p:cNvPr id="10" name="Google Shape;158;p26">
            <a:extLst>
              <a:ext uri="{FF2B5EF4-FFF2-40B4-BE49-F238E27FC236}">
                <a16:creationId xmlns:a16="http://schemas.microsoft.com/office/drawing/2014/main" id="{5C065285-F899-9B93-62B3-90509D916E83}"/>
              </a:ext>
            </a:extLst>
          </p:cNvPr>
          <p:cNvCxnSpPr>
            <a:cxnSpLocks/>
          </p:cNvCxnSpPr>
          <p:nvPr/>
        </p:nvCxnSpPr>
        <p:spPr>
          <a:xfrm>
            <a:off x="4166269" y="3233474"/>
            <a:ext cx="1011127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6924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Опресняване на локалното копие на GitHub реп.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6B3742-1CDD-31BD-0383-0108CC925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68" y="1375168"/>
            <a:ext cx="7134233" cy="33233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xfrm>
            <a:off x="0" y="3592"/>
            <a:ext cx="26585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000" dirty="0"/>
              <a:t>Указания за проектите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04472-C0A8-CBA0-55E9-426CF363E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66" y="706708"/>
            <a:ext cx="6127741" cy="38640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DF52F9-0B15-BF22-51A2-95C9ED047718}"/>
              </a:ext>
            </a:extLst>
          </p:cNvPr>
          <p:cNvSpPr/>
          <p:nvPr/>
        </p:nvSpPr>
        <p:spPr>
          <a:xfrm>
            <a:off x="1168944" y="3932284"/>
            <a:ext cx="1513295" cy="329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;p29">
            <a:extLst>
              <a:ext uri="{FF2B5EF4-FFF2-40B4-BE49-F238E27FC236}">
                <a16:creationId xmlns:a16="http://schemas.microsoft.com/office/drawing/2014/main" id="{ABB007B8-A62E-A3B4-0EEE-89503832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92"/>
            <a:ext cx="26585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Схеми за симулация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9AAF29-EC03-F59D-CE3C-CF4481792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862" y="205585"/>
            <a:ext cx="4474516" cy="41018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A75FCB-6B51-A439-A6BC-B472AEDEFF57}"/>
              </a:ext>
            </a:extLst>
          </p:cNvPr>
          <p:cNvSpPr/>
          <p:nvPr/>
        </p:nvSpPr>
        <p:spPr>
          <a:xfrm>
            <a:off x="5886632" y="2621279"/>
            <a:ext cx="1080226" cy="4644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>
              <a:highlight>
                <a:srgbClr val="00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7031C2-88C4-2D7B-6C6E-F1659B883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7" y="3227976"/>
            <a:ext cx="3311909" cy="18468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5F4960-AF8A-12E4-0E97-C3E2E96A8334}"/>
              </a:ext>
            </a:extLst>
          </p:cNvPr>
          <p:cNvSpPr/>
          <p:nvPr/>
        </p:nvSpPr>
        <p:spPr>
          <a:xfrm>
            <a:off x="1300481" y="3644537"/>
            <a:ext cx="989874" cy="2714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>
              <a:highlight>
                <a:srgbClr val="00FF00"/>
              </a:highlight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C483AB-A61F-73A5-E0D2-39F492AFD12B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2290355" y="2853508"/>
            <a:ext cx="3596277" cy="926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153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9FE6-2934-3EDE-8CD7-5FA5C5C64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Как се работи с проектите?</a:t>
            </a:r>
          </a:p>
          <a:p>
            <a:r>
              <a:rPr lang="bg-BG" dirty="0">
                <a:solidFill>
                  <a:schemeClr val="tx1"/>
                </a:solidFill>
              </a:rPr>
              <a:t>Типове задачи</a:t>
            </a:r>
          </a:p>
          <a:p>
            <a:r>
              <a:rPr lang="bg-BG" dirty="0">
                <a:solidFill>
                  <a:srgbClr val="00B0F0"/>
                </a:solidFill>
              </a:rPr>
              <a:t>Какъв софтуер ви е необходим?</a:t>
            </a: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Git client</a:t>
            </a:r>
          </a:p>
          <a:p>
            <a:pPr lvl="1"/>
            <a:r>
              <a:rPr lang="en-US" dirty="0" err="1">
                <a:solidFill>
                  <a:srgbClr val="00B0F0"/>
                </a:solidFill>
              </a:rPr>
              <a:t>LTSpice</a:t>
            </a:r>
            <a:endParaRPr lang="bg-BG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213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title"/>
          </p:nvPr>
        </p:nvSpPr>
        <p:spPr>
          <a:xfrm>
            <a:off x="114850" y="95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LTSpice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12057-F92A-5E7C-9D1C-F62123DE44F0}"/>
              </a:ext>
            </a:extLst>
          </p:cNvPr>
          <p:cNvSpPr txBox="1"/>
          <p:nvPr/>
        </p:nvSpPr>
        <p:spPr>
          <a:xfrm>
            <a:off x="1810300" y="254000"/>
            <a:ext cx="2171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https://www.analog.com</a:t>
            </a:r>
            <a:endParaRPr lang="bg-B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21FE34-6F14-9D89-F32E-ECCC7ABD3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02" y="720002"/>
            <a:ext cx="7104548" cy="415304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C2026F-1DE4-04C9-400C-534D70A7B703}"/>
              </a:ext>
            </a:extLst>
          </p:cNvPr>
          <p:cNvSpPr/>
          <p:nvPr/>
        </p:nvSpPr>
        <p:spPr>
          <a:xfrm>
            <a:off x="2489750" y="2411343"/>
            <a:ext cx="2933150" cy="33820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title"/>
          </p:nvPr>
        </p:nvSpPr>
        <p:spPr>
          <a:xfrm>
            <a:off x="114850" y="95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LTSpice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475682-8ED2-20DF-DB11-F1FE90F3E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908" y="430924"/>
            <a:ext cx="6243055" cy="471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59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Симулация</a:t>
            </a:r>
            <a:endParaRPr/>
          </a:p>
        </p:txBody>
      </p:sp>
      <p:sp>
        <p:nvSpPr>
          <p:cNvPr id="196" name="Google Shape;196;p31"/>
          <p:cNvSpPr txBox="1"/>
          <p:nvPr/>
        </p:nvSpPr>
        <p:spPr>
          <a:xfrm>
            <a:off x="512228" y="1861922"/>
            <a:ext cx="252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https://github.com/vpt-tus/ppe</a:t>
            </a:r>
            <a:endParaRPr/>
          </a:p>
        </p:txBody>
      </p:sp>
      <p:cxnSp>
        <p:nvCxnSpPr>
          <p:cNvPr id="199" name="Google Shape;199;p31"/>
          <p:cNvCxnSpPr>
            <a:cxnSpLocks/>
            <a:stCxn id="196" idx="3"/>
          </p:cNvCxnSpPr>
          <p:nvPr/>
        </p:nvCxnSpPr>
        <p:spPr>
          <a:xfrm>
            <a:off x="3034028" y="2062022"/>
            <a:ext cx="65260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3" name="Google Shape;203;p31"/>
          <p:cNvSpPr txBox="1"/>
          <p:nvPr/>
        </p:nvSpPr>
        <p:spPr>
          <a:xfrm>
            <a:off x="1233698" y="1589054"/>
            <a:ext cx="82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схеми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5ED62-2B80-A992-31FD-405DE20E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498" y="680994"/>
            <a:ext cx="5213729" cy="348750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Резултати от симулация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973041-A894-17BB-28F1-5B31B996C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07" y="1133911"/>
            <a:ext cx="4200828" cy="2787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D8D562-4AB4-9380-9A12-C718B3D9C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867" y="0"/>
            <a:ext cx="2204745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258</Words>
  <Application>Microsoft Office PowerPoint</Application>
  <PresentationFormat>On-screen Show (16:9)</PresentationFormat>
  <Paragraphs>53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Simple Light</vt:lpstr>
      <vt:lpstr>Указания за работа по проекти</vt:lpstr>
      <vt:lpstr>PowerPoint Presentation</vt:lpstr>
      <vt:lpstr>Къде се намират проектите?</vt:lpstr>
      <vt:lpstr>Какво НЕ трябва да правите</vt:lpstr>
      <vt:lpstr>Как да получа помощ?</vt:lpstr>
      <vt:lpstr>PowerPoint Presentation</vt:lpstr>
      <vt:lpstr>Типове задачи</vt:lpstr>
      <vt:lpstr>Симулация</vt:lpstr>
      <vt:lpstr>PowerPoint Presentation</vt:lpstr>
      <vt:lpstr>Клониране на  Github репозитория</vt:lpstr>
      <vt:lpstr>PowerPoint Presentation</vt:lpstr>
      <vt:lpstr>Какъв софтуер ви е необходим? </vt:lpstr>
      <vt:lpstr>Github Desktop</vt:lpstr>
      <vt:lpstr>PowerPoint Presentation</vt:lpstr>
      <vt:lpstr>PowerPoint Presentation</vt:lpstr>
      <vt:lpstr>PowerPoint Presentation</vt:lpstr>
      <vt:lpstr>Опресняване на локалното копие на GitHub реп.</vt:lpstr>
      <vt:lpstr>Указания за проектите</vt:lpstr>
      <vt:lpstr>Схеми за симулация</vt:lpstr>
      <vt:lpstr>PowerPoint Presentation</vt:lpstr>
      <vt:lpstr>LTSpice</vt:lpstr>
      <vt:lpstr>LTSpice</vt:lpstr>
      <vt:lpstr>Симулация</vt:lpstr>
      <vt:lpstr>Резултати от симулация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Указания за работа по проекти по ПЕ</dc:title>
  <cp:lastModifiedBy>Vassiliy Tchoumatchenko</cp:lastModifiedBy>
  <cp:revision>15</cp:revision>
  <dcterms:modified xsi:type="dcterms:W3CDTF">2025-10-25T20:42:52Z</dcterms:modified>
</cp:coreProperties>
</file>