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99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F17B8F-E25F-47C8-A716-E6883BC5D1F2}" type="datetimeFigureOut">
              <a:rPr lang="bg-BG" smtClean="0"/>
              <a:t>30.10.2025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4BFA1F-98A5-47B0-BCDB-E03E476F29B9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51106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1D88D-5949-D223-2F62-19DF315D9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A6829C-1FC2-C519-D0C7-700A8C9971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4DDC7-F63F-6404-836A-64AF5C493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D2560-A92E-4C44-9606-A11C3026892B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5FB8D-307D-9B21-C3FD-73A4B6EE0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CD4A4-39B8-887C-2F58-E2F384E78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4C09A-FCD7-4CB4-97D0-5F0708EBA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369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00F61-8403-A4C5-3C79-DFBB20F4C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F44FE-686A-B1E2-BC83-C1241C1E6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EE558-79C0-EEA6-6C63-68C94CB48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D2560-A92E-4C44-9606-A11C3026892B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0704A-7F3C-37B5-308A-BE91CAA93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FE1A6-28E7-0692-3C20-BA1C8BFE7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4C09A-FCD7-4CB4-97D0-5F0708EBA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806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BA846-D6B7-D1AE-2F9D-E5B87DBBA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9CF95-8EAB-8F12-380E-1CDB2E4AD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A506A-8826-4521-3163-1445B77F6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D2560-A92E-4C44-9606-A11C3026892B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021C5-8368-E0B6-1F52-ED0CC21A3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E1C02-9BBB-9497-8FCF-F94610BD2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4C09A-FCD7-4CB4-97D0-5F0708EBA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354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1AB7A-CCF0-A802-CB78-F78C78B57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D5F4C-3380-E335-676C-A9DEE87B1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4D2207-1840-EDE3-6D87-6062FB3990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92A8B7-FBA2-146E-C9E4-920D4435B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D2560-A92E-4C44-9606-A11C3026892B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B17F1A-0ABC-B6E2-334F-AE2C88537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C79ACF-C605-7D48-BDF7-ACB6409E8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4C09A-FCD7-4CB4-97D0-5F0708EBA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386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934E5-D131-BB0E-F5A5-38AAD6681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93677-28BF-5979-93DC-4CF53F91D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4DF6C0-F20C-A5E5-2E36-B1DB800C79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90E450-D737-F2FA-A722-3B30774D1A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45B39F-CA28-CAB6-CECA-7A98395324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891900-FA83-7E06-C002-156B8C969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D2560-A92E-4C44-9606-A11C3026892B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8B60D8-D025-D1E8-7C6D-2BCB5C34B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0DD24B-5059-93E8-3EEC-E17F184D3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4C09A-FCD7-4CB4-97D0-5F0708EBA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816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9AEFD-AA13-DC13-999B-6569B2D3B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02FE36-E718-62F1-4E87-9B95CD662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D2560-A92E-4C44-9606-A11C3026892B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09CEAB-C88D-3CE6-2241-522144744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5E0534-F57A-AAFE-0510-EB66FA04D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4C09A-FCD7-4CB4-97D0-5F0708EBA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742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76699F-8BC1-5835-E92E-506E07D9F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D2560-A92E-4C44-9606-A11C3026892B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0D5EAE-2E12-1F0A-0C5C-E34478983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426CEF-C51C-518B-6408-E3510571A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4C09A-FCD7-4CB4-97D0-5F0708EBA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780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A19F6-0D87-4C03-CCE7-E985FCDCE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8ADD3-BA98-DA7A-398A-9B74C927E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375310-10DD-F8C7-787E-D9FCFD90F4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F7A809-7C13-0038-973E-14EE95BD0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D2560-A92E-4C44-9606-A11C3026892B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B67E2E-27EC-DC5F-D27D-15F4CC0F1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E97DF-60D4-37E4-1265-F43CF68F6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4C09A-FCD7-4CB4-97D0-5F0708EBA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329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841EB-D3A1-7471-56D9-662C044DE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D95B40-0F6F-D83D-E8C5-8877D8B415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101091-A8C4-FE1D-0516-A8457B313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CF8825-BF35-65F1-DE92-82351F69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D2560-A92E-4C44-9606-A11C3026892B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14FC8A-80DE-2FBC-826B-73B7A3B03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D59FBE-88C2-B35C-911E-7E33A324A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4C09A-FCD7-4CB4-97D0-5F0708EBA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754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18243-8BA7-671D-7250-BB0587E49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3E94A2-2015-3B03-FE56-48E8622EC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4BE56-EA6F-BED6-3C98-4919EF270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D2560-A92E-4C44-9606-A11C3026892B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184C9-23A5-7766-FC61-CC2F7FBE4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D0546-7A0C-2210-DEC9-362BFE05E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4C09A-FCD7-4CB4-97D0-5F0708EBA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220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901A84-D906-68DB-40A4-37F494EE6A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2D39E-E994-993F-AD7B-A0A22FBB1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9FDE1-A3C9-38FF-EB89-6A6E9D008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D2560-A92E-4C44-9606-A11C3026892B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CEA6D-79F9-4142-BE92-80DAE7678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65F59-3849-AB9F-2E9A-C8BAB683C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4C09A-FCD7-4CB4-97D0-5F0708EBA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444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A82007-857C-A0C9-9838-6182B607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3B619F-6641-351B-32ED-111A5E6B8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52349-042E-97CD-6CCD-6A9F23BA62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6D2560-A92E-4C44-9606-A11C3026892B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25A3D-FDF6-F035-2FA7-1EF183DF3A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EBA9E-E187-854F-9FF9-682E77AF62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4C09A-FCD7-4CB4-97D0-5F0708EBA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27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65F2C-1207-7139-4C8D-43E8365FAB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4968" y="1122363"/>
            <a:ext cx="11680722" cy="2387600"/>
          </a:xfrm>
        </p:spPr>
        <p:txBody>
          <a:bodyPr>
            <a:normAutofit/>
          </a:bodyPr>
          <a:lstStyle/>
          <a:p>
            <a:r>
              <a:rPr lang="bg-BG" dirty="0"/>
              <a:t>Полупроводникови Елементи</a:t>
            </a:r>
            <a:br>
              <a:rPr lang="bg-BG" dirty="0"/>
            </a:br>
            <a:r>
              <a:rPr lang="en-US" sz="3600" dirty="0"/>
              <a:t>semiconductor devices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932F89-7288-2D15-6A0E-ADC304763A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8284"/>
            <a:ext cx="9144000" cy="1655762"/>
          </a:xfrm>
        </p:spPr>
        <p:txBody>
          <a:bodyPr/>
          <a:lstStyle/>
          <a:p>
            <a:r>
              <a:rPr lang="bg-BG" dirty="0"/>
              <a:t>ФЕТТ, Електронна Техника</a:t>
            </a:r>
          </a:p>
        </p:txBody>
      </p:sp>
    </p:spTree>
    <p:extLst>
      <p:ext uri="{BB962C8B-B14F-4D97-AF65-F5344CB8AC3E}">
        <p14:creationId xmlns:p14="http://schemas.microsoft.com/office/powerpoint/2010/main" val="2639068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116ED-6483-5697-C4F1-AFE6AB9DC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996" y="1045905"/>
            <a:ext cx="4894690" cy="61909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https://github.com/vpt-tus/ppe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70FED2-31D8-98DF-A5C7-513DBCD4E1DF}"/>
              </a:ext>
            </a:extLst>
          </p:cNvPr>
          <p:cNvSpPr txBox="1"/>
          <p:nvPr/>
        </p:nvSpPr>
        <p:spPr>
          <a:xfrm>
            <a:off x="284996" y="2358793"/>
            <a:ext cx="39160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Доц. Василий Чумаченко, кат ЕТ, ФЕТТ</a:t>
            </a:r>
          </a:p>
          <a:p>
            <a:r>
              <a:rPr lang="en-US" dirty="0"/>
              <a:t>vpt.tus@gmail.com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0E3D93-89FA-3A30-CECF-9B968C05F46F}"/>
              </a:ext>
            </a:extLst>
          </p:cNvPr>
          <p:cNvSpPr txBox="1"/>
          <p:nvPr/>
        </p:nvSpPr>
        <p:spPr>
          <a:xfrm>
            <a:off x="284996" y="374399"/>
            <a:ext cx="15638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3200" dirty="0"/>
              <a:t>Ресурси</a:t>
            </a:r>
          </a:p>
        </p:txBody>
      </p:sp>
      <p:pic>
        <p:nvPicPr>
          <p:cNvPr id="5" name="Picture 4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3403C2A1-8FD6-6E8D-EB28-3AE9E7172B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1126" y="-1"/>
            <a:ext cx="6865877" cy="6865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112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00E1201-5F47-5D65-D4A3-A92219A2E493}"/>
              </a:ext>
            </a:extLst>
          </p:cNvPr>
          <p:cNvSpPr txBox="1"/>
          <p:nvPr/>
        </p:nvSpPr>
        <p:spPr>
          <a:xfrm>
            <a:off x="679174" y="311116"/>
            <a:ext cx="41759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3200" dirty="0"/>
              <a:t>Формиране на оценка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9D59D8-947A-C073-6B1F-CCC664B2ED00}"/>
              </a:ext>
            </a:extLst>
          </p:cNvPr>
          <p:cNvSpPr txBox="1"/>
          <p:nvPr/>
        </p:nvSpPr>
        <p:spPr>
          <a:xfrm>
            <a:off x="1105231" y="1796995"/>
            <a:ext cx="2372252" cy="175432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bg-BG" b="1" dirty="0"/>
              <a:t>Проекти – </a:t>
            </a:r>
            <a:r>
              <a:rPr lang="en-US" b="1" dirty="0"/>
              <a:t>2</a:t>
            </a:r>
            <a:r>
              <a:rPr lang="bg-BG" b="1" dirty="0"/>
              <a:t> броя</a:t>
            </a:r>
          </a:p>
          <a:p>
            <a:endParaRPr lang="bg-BG" dirty="0"/>
          </a:p>
          <a:p>
            <a:r>
              <a:rPr lang="bg-BG" dirty="0"/>
              <a:t>Цикъл 1 – диоди</a:t>
            </a:r>
          </a:p>
          <a:p>
            <a:r>
              <a:rPr lang="bg-BG" dirty="0"/>
              <a:t>Цикъл 2 - транзистори</a:t>
            </a:r>
          </a:p>
          <a:p>
            <a:endParaRPr lang="bg-BG" dirty="0"/>
          </a:p>
          <a:p>
            <a:r>
              <a:rPr lang="bg-BG" dirty="0"/>
              <a:t>40 точки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D24ADE-2902-23ED-1D22-B553A2755BAA}"/>
              </a:ext>
            </a:extLst>
          </p:cNvPr>
          <p:cNvSpPr txBox="1"/>
          <p:nvPr/>
        </p:nvSpPr>
        <p:spPr>
          <a:xfrm>
            <a:off x="4136003" y="1796995"/>
            <a:ext cx="2147511" cy="175432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bg-BG" b="1" dirty="0"/>
              <a:t>Тестове – 2 броя</a:t>
            </a:r>
          </a:p>
          <a:p>
            <a:endParaRPr lang="bg-BG" dirty="0"/>
          </a:p>
          <a:p>
            <a:r>
              <a:rPr lang="bg-BG" dirty="0"/>
              <a:t>Тест 1 – диоди</a:t>
            </a:r>
          </a:p>
          <a:p>
            <a:r>
              <a:rPr lang="bg-BG" dirty="0"/>
              <a:t>Тест 2 - транзистори</a:t>
            </a:r>
          </a:p>
          <a:p>
            <a:endParaRPr lang="bg-BG" dirty="0"/>
          </a:p>
          <a:p>
            <a:r>
              <a:rPr lang="en-US" dirty="0"/>
              <a:t>6</a:t>
            </a:r>
            <a:r>
              <a:rPr lang="bg-BG" dirty="0"/>
              <a:t>0 точки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416535-22DB-6369-7B4C-B59F426BECA5}"/>
              </a:ext>
            </a:extLst>
          </p:cNvPr>
          <p:cNvSpPr txBox="1"/>
          <p:nvPr/>
        </p:nvSpPr>
        <p:spPr>
          <a:xfrm>
            <a:off x="7262191" y="1796995"/>
            <a:ext cx="2261773" cy="20313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bg-BG" b="1" dirty="0"/>
              <a:t>Оценка</a:t>
            </a:r>
          </a:p>
          <a:p>
            <a:endParaRPr lang="bg-BG" dirty="0"/>
          </a:p>
          <a:p>
            <a:r>
              <a:rPr lang="bg-BG" dirty="0"/>
              <a:t>40 .. 54т – среден</a:t>
            </a:r>
          </a:p>
          <a:p>
            <a:r>
              <a:rPr lang="bg-BG" dirty="0"/>
              <a:t>55 .. 69т – добър</a:t>
            </a:r>
          </a:p>
          <a:p>
            <a:r>
              <a:rPr lang="bg-BG" dirty="0"/>
              <a:t>70 .. 84т – мн. добър</a:t>
            </a:r>
          </a:p>
          <a:p>
            <a:r>
              <a:rPr lang="bg-BG" dirty="0"/>
              <a:t>&gt; 85т – отличен</a:t>
            </a:r>
          </a:p>
          <a:p>
            <a:endParaRPr lang="bg-B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1A7CD4-0935-3783-57F2-10103A00FF78}"/>
              </a:ext>
            </a:extLst>
          </p:cNvPr>
          <p:cNvSpPr txBox="1"/>
          <p:nvPr/>
        </p:nvSpPr>
        <p:spPr>
          <a:xfrm>
            <a:off x="858741" y="4595854"/>
            <a:ext cx="7911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Заверката за лабораторни упражнения е независима от проектите и тестовете.</a:t>
            </a:r>
          </a:p>
        </p:txBody>
      </p:sp>
    </p:spTree>
    <p:extLst>
      <p:ext uri="{BB962C8B-B14F-4D97-AF65-F5344CB8AC3E}">
        <p14:creationId xmlns:p14="http://schemas.microsoft.com/office/powerpoint/2010/main" val="3753159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7070A-929F-D105-8F12-C42FB6C4F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4400" dirty="0"/>
              <a:t>График на занятията</a:t>
            </a:r>
            <a:endParaRPr lang="bg-B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5EC3F7-967E-2984-5349-10F1839F7079}"/>
              </a:ext>
            </a:extLst>
          </p:cNvPr>
          <p:cNvSpPr txBox="1"/>
          <p:nvPr/>
        </p:nvSpPr>
        <p:spPr>
          <a:xfrm>
            <a:off x="1144988" y="5772647"/>
            <a:ext cx="7633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Подробен календар е публикуван на </a:t>
            </a:r>
            <a:r>
              <a:rPr lang="en-US" dirty="0"/>
              <a:t>https://github.com/vpt-tus/ppe</a:t>
            </a:r>
          </a:p>
          <a:p>
            <a:endParaRPr lang="bg-B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2B5BFD-7173-238F-E446-9134EAE6CB02}"/>
              </a:ext>
            </a:extLst>
          </p:cNvPr>
          <p:cNvSpPr txBox="1"/>
          <p:nvPr/>
        </p:nvSpPr>
        <p:spPr>
          <a:xfrm>
            <a:off x="1659467" y="1811867"/>
            <a:ext cx="8525924" cy="29435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bg-BG" sz="2400" dirty="0"/>
              <a:t>Седмици 3 – 7 	Работа по проекти от цикъл „Диоди“</a:t>
            </a:r>
          </a:p>
          <a:p>
            <a:pPr>
              <a:lnSpc>
                <a:spcPct val="200000"/>
              </a:lnSpc>
            </a:pPr>
            <a:r>
              <a:rPr lang="bg-BG" sz="2400" dirty="0"/>
              <a:t>Седмица 7		Тест върху диоди</a:t>
            </a:r>
          </a:p>
          <a:p>
            <a:pPr>
              <a:lnSpc>
                <a:spcPct val="200000"/>
              </a:lnSpc>
            </a:pPr>
            <a:r>
              <a:rPr lang="bg-BG" sz="2400" dirty="0"/>
              <a:t>Седмици 8 – 12 	Работа по проекти от цикъл „Транзистори“</a:t>
            </a:r>
          </a:p>
          <a:p>
            <a:pPr>
              <a:lnSpc>
                <a:spcPct val="200000"/>
              </a:lnSpc>
            </a:pPr>
            <a:r>
              <a:rPr lang="bg-BG" sz="2400" dirty="0"/>
              <a:t>Седмица 12 		Тест върху транзистори</a:t>
            </a:r>
          </a:p>
        </p:txBody>
      </p:sp>
    </p:spTree>
    <p:extLst>
      <p:ext uri="{BB962C8B-B14F-4D97-AF65-F5344CB8AC3E}">
        <p14:creationId xmlns:p14="http://schemas.microsoft.com/office/powerpoint/2010/main" val="1110731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157</Words>
  <Application>Microsoft Office PowerPoint</Application>
  <PresentationFormat>Widescreen</PresentationFormat>
  <Paragraphs>34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Полупроводникови Елементи semiconductor devices</vt:lpstr>
      <vt:lpstr>PowerPoint Presentation</vt:lpstr>
      <vt:lpstr>PowerPoint Presentation</vt:lpstr>
      <vt:lpstr>График на занятията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Полупроводникови Елементи ЕЕА05</dc:title>
  <dc:creator>Vassiliy Tchoumatchenko</dc:creator>
  <cp:lastModifiedBy>Vassiliy Tchoumatchenko</cp:lastModifiedBy>
  <cp:revision>16</cp:revision>
  <dcterms:created xsi:type="dcterms:W3CDTF">2022-09-30T05:27:11Z</dcterms:created>
  <dcterms:modified xsi:type="dcterms:W3CDTF">2025-10-30T10:36:57Z</dcterms:modified>
</cp:coreProperties>
</file>